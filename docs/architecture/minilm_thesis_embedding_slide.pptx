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Thesis Chunks to FAISS Vectors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MiniLM fits the NHS Grampian RAG pipeline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Thesis Chunks to FAISS Vectors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Chunk entering the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Thesis retrieval setting: </a:t>
            </a:r>
            <a:r>
              <a:rPr>
                <a:latin typeface="Courier"/>
              </a:rPr>
              <a:t>chunk_size=224</a:t>
            </a:r>
            <a:r>
              <a:rPr/>
              <a:t>, </a:t>
            </a:r>
            <a:r>
              <a:rPr>
                <a:latin typeface="Courier"/>
              </a:rPr>
              <a:t>overlap=56</a:t>
            </a:r>
            <a:r>
              <a:rPr/>
              <a:t>, </a:t>
            </a:r>
            <a:r>
              <a:rPr>
                <a:latin typeface="Courier"/>
              </a:rPr>
              <a:t>segment_aware=false</a:t>
            </a:r>
          </a:p>
          <a:p>
            <a:pPr lvl="0"/>
            <a:r>
              <a:rPr/>
              <a:t>The same chunk is indexed for both branches:</a:t>
            </a:r>
          </a:p>
          <a:p>
            <a:pPr lvl="1"/>
            <a:r>
              <a:rPr/>
              <a:t>dense with </a:t>
            </a:r>
            <a:r>
              <a:rPr>
                <a:latin typeface="Courier"/>
              </a:rPr>
              <a:t>all-MiniLM-L6-v2</a:t>
            </a:r>
          </a:p>
          <a:p>
            <a:pPr lvl="1"/>
            <a:r>
              <a:rPr/>
              <a:t>sparse with the BM25 regex tokenizer</a:t>
            </a:r>
          </a:p>
          <a:p>
            <a:pPr lvl="0"/>
            <a:r>
              <a:rPr/>
              <a:t>Real corpus example: </a:t>
            </a:r>
            <a:r>
              <a:rPr>
                <a:latin typeface="Courier"/>
              </a:rPr>
              <a:t>Grampian-2024-2025:p0028_001</a:t>
            </a:r>
            <a:r>
              <a:rPr/>
              <a:t> on page </a:t>
            </a:r>
            <a:r>
              <a:rPr>
                <a:latin typeface="Courier"/>
              </a:rPr>
              <a:t>28</a:t>
            </a:r>
          </a:p>
          <a:p>
            <a:pPr lvl="0"/>
            <a:r>
              <a:rPr/>
              <a:t>That chunk contains the statutory financial targets table, including the core revenue resource limit and outturn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What MiniLM actually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tiktoken</a:t>
            </a:r>
            <a:r>
              <a:rPr/>
              <a:t> created the chunk boundary, but MiniLM tokenizes the text again for embedding</a:t>
            </a:r>
          </a:p>
          <a:p>
            <a:pPr lvl="0"/>
            <a:r>
              <a:rPr/>
              <a:t>Each input token becomes a contextualised </a:t>
            </a:r>
            <a:r>
              <a:rPr>
                <a:latin typeface="Courier"/>
              </a:rPr>
              <a:t>384</a:t>
            </a:r>
            <a:r>
              <a:rPr/>
              <a:t>-value representation</a:t>
            </a:r>
          </a:p>
          <a:p>
            <a:pPr lvl="0"/>
            <a:r>
              <a:rPr/>
              <a:t>Mean pooling collapses all token states into one </a:t>
            </a:r>
            <a:r>
              <a:rPr>
                <a:latin typeface="Courier"/>
              </a:rPr>
              <a:t>1 x 384</a:t>
            </a:r>
            <a:r>
              <a:rPr/>
              <a:t> chunk vector</a:t>
            </a:r>
          </a:p>
          <a:p>
            <a:pPr lvl="0"/>
            <a:r>
              <a:rPr/>
              <a:t>That final vector is the row stored in FAISS for dense retrieval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Why this matters in the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Query example: </a:t>
            </a:r>
            <a:r>
              <a:rPr>
                <a:latin typeface="Courier"/>
              </a:rPr>
              <a:t>Q_2025_FIN_02</a:t>
            </a:r>
          </a:p>
          <a:p>
            <a:pPr lvl="0"/>
            <a:r>
              <a:rPr/>
              <a:t>Question: </a:t>
            </a:r>
            <a:r>
              <a:rPr>
                <a:latin typeface="Courier"/>
              </a:rPr>
              <a:t>How much did NHS Grampian actually spend against its core resource budget in 2024/25?</a:t>
            </a:r>
          </a:p>
          <a:p>
            <a:pPr lvl="0"/>
            <a:r>
              <a:rPr/>
              <a:t>Expected evidence page: </a:t>
            </a:r>
            <a:r>
              <a:rPr>
                <a:latin typeface="Courier"/>
              </a:rPr>
              <a:t>28</a:t>
            </a:r>
          </a:p>
          <a:p>
            <a:pPr lvl="0"/>
            <a:r>
              <a:rPr/>
              <a:t>Hybrid retrieval uses </a:t>
            </a:r>
            <a:r>
              <a:rPr>
                <a:latin typeface="Courier"/>
              </a:rPr>
              <a:t>RRF(k=20)</a:t>
            </a:r>
            <a:r>
              <a:rPr/>
              <a:t> with </a:t>
            </a:r>
            <a:r>
              <a:rPr>
                <a:latin typeface="Courier"/>
              </a:rPr>
              <a:t>dense_weight=0.5</a:t>
            </a:r>
            <a:r>
              <a:rPr/>
              <a:t> and </a:t>
            </a:r>
            <a:r>
              <a:rPr>
                <a:latin typeface="Courier"/>
              </a:rPr>
              <a:t>bm25_weight=2.0</a:t>
            </a:r>
          </a:p>
          <a:p>
            <a:pPr lvl="0"/>
            <a:r>
              <a:rPr/>
              <a:t>Reranking is enabled, with boosts for table chunks and other evidence cues</a:t>
            </a:r>
          </a:p>
          <a:p>
            <a:pPr lvl="0"/>
            <a:r>
              <a:rPr/>
              <a:t>In the recorded example, hybrid retrieves page </a:t>
            </a:r>
            <a:r>
              <a:rPr>
                <a:latin typeface="Courier"/>
              </a:rPr>
              <a:t>28</a:t>
            </a:r>
            <a:r>
              <a:rPr/>
              <a:t> at top-1 via </a:t>
            </a:r>
            <a:r>
              <a:rPr>
                <a:latin typeface="Courier"/>
              </a:rPr>
              <a:t>Grampian-2024-2025:p0028_001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Reader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tiktoken</a:t>
            </a:r>
            <a:r>
              <a:rPr/>
              <a:t> decides where chunks begin and end</a:t>
            </a:r>
          </a:p>
          <a:p>
            <a:pPr lvl="0"/>
            <a:r>
              <a:rPr/>
              <a:t>MiniLM turns each thesis chunk into a searchable semantic vector</a:t>
            </a:r>
          </a:p>
          <a:p>
            <a:pPr lvl="0"/>
            <a:r>
              <a:rPr/>
              <a:t>BM25 plus reranking help the same evidence win when the question uses exact finance wording</a:t>
            </a:r>
          </a:p>
          <a:p>
            <a:pPr lvl="0"/>
            <a:r>
              <a:rPr/>
              <a:t>In this setup, the sliding-window stride is </a:t>
            </a:r>
            <a:r>
              <a:rPr>
                <a:latin typeface="Courier"/>
              </a:rPr>
              <a:t>168</a:t>
            </a:r>
            <a:r>
              <a:rPr/>
              <a:t> tokens (</a:t>
            </a:r>
            <a:r>
              <a:rPr>
                <a:latin typeface="Courier"/>
              </a:rPr>
              <a:t>224 - 56</a:t>
            </a:r>
            <a:r>
              <a:rPr/>
              <a:t>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Thesis Chunks to FAISS Vectors</dc:title>
  <dc:creator>How MiniLM fits the NHS Grampian RAG pipeline</dc:creator>
  <cp:keywords/>
  <dcterms:created xsi:type="dcterms:W3CDTF">2026-04-03T08:44:01Z</dcterms:created>
  <dcterms:modified xsi:type="dcterms:W3CDTF">2026-04-03T08:44:01Z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